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028da3c529483d" /><Relationship Type="http://schemas.openxmlformats.org/officeDocument/2006/relationships/extended-properties" Target="/docProps/app.xml" Id="R2cc4330f6cce4fa9" /><Relationship Type="http://schemas.openxmlformats.org/officeDocument/2006/relationships/officeDocument" Target="/ppt/presentation.xml" Id="Re276edd94d4f48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ecab20b3e242a7"/>
  </p:sldMasterIdLst>
  <p:notesMasterIdLst>
    <p:notesMasterId xmlns:r="http://schemas.openxmlformats.org/officeDocument/2006/relationships" r:id="Rc1ede6f024c847d6"/>
  </p:notesMasterIdLst>
  <p:sldIdLst>
    <p:sldId xmlns:r="http://schemas.openxmlformats.org/officeDocument/2006/relationships" id="256" r:id="R484f5542f59f4fbc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cab20b3e242a7" /><Relationship Type="http://schemas.openxmlformats.org/officeDocument/2006/relationships/theme" Target="/ppt/theme/theme1.xml" Id="R4f613577a0f04841" /><Relationship Type="http://schemas.openxmlformats.org/officeDocument/2006/relationships/notesMaster" Target="/ppt/notesMasters/notesMaster1.xml" Id="Rc1ede6f024c847d6" /><Relationship Type="http://schemas.openxmlformats.org/officeDocument/2006/relationships/presProps" Target="/ppt/presProps.xml" Id="R952c936d202644cd" /><Relationship Type="http://schemas.openxmlformats.org/officeDocument/2006/relationships/viewProps" Target="/ppt/viewProps.xml" Id="Rddb7d5981a874fdd" /><Relationship Type="http://schemas.openxmlformats.org/officeDocument/2006/relationships/tableStyles" Target="/ppt/tableStyles.xml" Id="R3e8c63f505264e1b" /><Relationship Type="http://schemas.openxmlformats.org/officeDocument/2006/relationships/slide" Target="/ppt/slides/slide1.xml" Id="R484f5542f59f4f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a747febd05544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56ea521b694ba2" /><Relationship Type="http://schemas.openxmlformats.org/officeDocument/2006/relationships/notesMaster" Target="/ppt/notesMasters/notesMaster1.xml" Id="Rb7c67271f8aa45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9b5f6f740643f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62e5b490b4146ec" /><Relationship Type="http://schemas.openxmlformats.org/officeDocument/2006/relationships/slideLayout" Target="/ppt/slideLayouts/slideLayout2.xml" Id="R319d8ee1193b45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9d8ee1193b45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f8a22e4f864ca4" /><Relationship Type="http://schemas.openxmlformats.org/officeDocument/2006/relationships/notesSlide" Target="/ppt/notesSlides/notesSlide1.xml" Id="Rb4ca8e3b36324c6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">
            <a:extLst xmlns:a="http://schemas.openxmlformats.org/drawingml/2006/main">
              <a:ext uri="{FF2B5EF4-FFF2-40B4-BE49-F238E27FC236}">
                <a16:creationId xmlns:a16="http://schemas.microsoft.com/office/drawing/2014/main" id="{6FAEBAE7-43B4-4B61-8356-629554B3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6764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11111"/>
                </a:solidFill>
              </a:defRPr>
            </a:pPr>
            <a:r>
              <a:rPr sz="5400" b="1">
                <a:solidFill>
                  <a:srgbClr val="111111"/>
                </a:solidFill>
              </a:rPr>
              <a:t>测试</a:t>
            </a:r>
          </a:p>
        </p:txBody>
      </p:sp>
    </p:spTree>
    <p:extLst>
      <p:ext uri="{BB962C8B-B14F-4D97-AF65-F5344CB8AC3E}">
        <p14:creationId xmlns:p14="http://schemas.microsoft.com/office/powerpoint/2010/main" val="1974286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2026-05-19T10:26:29.1250000Z</dcterms:created>
  <dcterms:modified xsi:type="dcterms:W3CDTF">2026-05-19T10:26:29.1250000Z</dcterms:modified>
</coreProperties>
</file>